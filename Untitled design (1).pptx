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66339"/>
            <a:ext cx="18288000" cy="9020661"/>
          </a:xfrm>
          <a:custGeom>
            <a:avLst/>
            <a:gdLst/>
            <a:ahLst/>
            <a:cxnLst/>
            <a:rect r="r" b="b" t="t" l="l"/>
            <a:pathLst>
              <a:path h="9020661" w="18288000">
                <a:moveTo>
                  <a:pt x="0" y="0"/>
                </a:moveTo>
                <a:lnTo>
                  <a:pt x="18288000" y="0"/>
                </a:lnTo>
                <a:lnTo>
                  <a:pt x="18288000" y="9020661"/>
                </a:lnTo>
                <a:lnTo>
                  <a:pt x="0" y="9020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" t="-14015" r="-14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4825" y="1573832"/>
            <a:ext cx="12698350" cy="7139336"/>
          </a:xfrm>
          <a:custGeom>
            <a:avLst/>
            <a:gdLst/>
            <a:ahLst/>
            <a:cxnLst/>
            <a:rect r="r" b="b" t="t" l="l"/>
            <a:pathLst>
              <a:path h="7139336" w="12698350">
                <a:moveTo>
                  <a:pt x="0" y="0"/>
                </a:moveTo>
                <a:lnTo>
                  <a:pt x="12698350" y="0"/>
                </a:lnTo>
                <a:lnTo>
                  <a:pt x="12698350" y="7139336"/>
                </a:lnTo>
                <a:lnTo>
                  <a:pt x="0" y="7139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251015"/>
            <a:ext cx="17714167" cy="9235882"/>
          </a:xfrm>
          <a:custGeom>
            <a:avLst/>
            <a:gdLst/>
            <a:ahLst/>
            <a:cxnLst/>
            <a:rect r="r" b="b" t="t" l="l"/>
            <a:pathLst>
              <a:path h="9235882" w="17714167">
                <a:moveTo>
                  <a:pt x="0" y="0"/>
                </a:moveTo>
                <a:lnTo>
                  <a:pt x="17714167" y="0"/>
                </a:lnTo>
                <a:lnTo>
                  <a:pt x="17714167" y="9235882"/>
                </a:lnTo>
                <a:lnTo>
                  <a:pt x="0" y="9235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" t="-1345" r="0" b="-653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0555" y="1573832"/>
            <a:ext cx="17757445" cy="8713168"/>
          </a:xfrm>
          <a:custGeom>
            <a:avLst/>
            <a:gdLst/>
            <a:ahLst/>
            <a:cxnLst/>
            <a:rect r="r" b="b" t="t" l="l"/>
            <a:pathLst>
              <a:path h="8713168" w="17757445">
                <a:moveTo>
                  <a:pt x="0" y="0"/>
                </a:moveTo>
                <a:lnTo>
                  <a:pt x="17757445" y="0"/>
                </a:lnTo>
                <a:lnTo>
                  <a:pt x="17757445" y="8713168"/>
                </a:lnTo>
                <a:lnTo>
                  <a:pt x="0" y="871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90" r="0" b="-729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3035" y="204089"/>
            <a:ext cx="15437837" cy="8509079"/>
          </a:xfrm>
          <a:custGeom>
            <a:avLst/>
            <a:gdLst/>
            <a:ahLst/>
            <a:cxnLst/>
            <a:rect r="r" b="b" t="t" l="l"/>
            <a:pathLst>
              <a:path h="8509079" w="15437837">
                <a:moveTo>
                  <a:pt x="0" y="0"/>
                </a:moveTo>
                <a:lnTo>
                  <a:pt x="15437837" y="0"/>
                </a:lnTo>
                <a:lnTo>
                  <a:pt x="15437837" y="8509079"/>
                </a:lnTo>
                <a:lnTo>
                  <a:pt x="0" y="8509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5" r="0" b="-105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963" y="1573832"/>
            <a:ext cx="14794896" cy="7139336"/>
          </a:xfrm>
          <a:custGeom>
            <a:avLst/>
            <a:gdLst/>
            <a:ahLst/>
            <a:cxnLst/>
            <a:rect r="r" b="b" t="t" l="l"/>
            <a:pathLst>
              <a:path h="7139336" w="14794896">
                <a:moveTo>
                  <a:pt x="0" y="0"/>
                </a:moveTo>
                <a:lnTo>
                  <a:pt x="14794896" y="0"/>
                </a:lnTo>
                <a:lnTo>
                  <a:pt x="14794896" y="7139336"/>
                </a:lnTo>
                <a:lnTo>
                  <a:pt x="0" y="7139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255" r="0" b="-825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51352"/>
            <a:ext cx="15884530" cy="8061816"/>
          </a:xfrm>
          <a:custGeom>
            <a:avLst/>
            <a:gdLst/>
            <a:ahLst/>
            <a:cxnLst/>
            <a:rect r="r" b="b" t="t" l="l"/>
            <a:pathLst>
              <a:path h="8061816" w="15884530">
                <a:moveTo>
                  <a:pt x="0" y="0"/>
                </a:moveTo>
                <a:lnTo>
                  <a:pt x="15884530" y="0"/>
                </a:lnTo>
                <a:lnTo>
                  <a:pt x="15884530" y="8061816"/>
                </a:lnTo>
                <a:lnTo>
                  <a:pt x="0" y="8061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" t="0" r="-224" b="-11274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016" y="763168"/>
            <a:ext cx="15242159" cy="7950000"/>
          </a:xfrm>
          <a:custGeom>
            <a:avLst/>
            <a:gdLst/>
            <a:ahLst/>
            <a:cxnLst/>
            <a:rect r="r" b="b" t="t" l="l"/>
            <a:pathLst>
              <a:path h="7950000" w="15242159">
                <a:moveTo>
                  <a:pt x="0" y="0"/>
                </a:moveTo>
                <a:lnTo>
                  <a:pt x="15242159" y="0"/>
                </a:lnTo>
                <a:lnTo>
                  <a:pt x="15242159" y="7950000"/>
                </a:lnTo>
                <a:lnTo>
                  <a:pt x="0" y="795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8" t="0" r="-608" b="-9104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35214"/>
            <a:ext cx="15493175" cy="7977954"/>
          </a:xfrm>
          <a:custGeom>
            <a:avLst/>
            <a:gdLst/>
            <a:ahLst/>
            <a:cxnLst/>
            <a:rect r="r" b="b" t="t" l="l"/>
            <a:pathLst>
              <a:path h="7977954" w="15493175">
                <a:moveTo>
                  <a:pt x="0" y="0"/>
                </a:moveTo>
                <a:lnTo>
                  <a:pt x="15493175" y="0"/>
                </a:lnTo>
                <a:lnTo>
                  <a:pt x="15493175" y="7977954"/>
                </a:lnTo>
                <a:lnTo>
                  <a:pt x="0" y="7977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" t="0" r="-334" b="-991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DAG8tARbjqg</dc:identifier>
  <dcterms:modified xsi:type="dcterms:W3CDTF">2011-08-01T06:04:30Z</dcterms:modified>
  <cp:revision>1</cp:revision>
</cp:coreProperties>
</file>